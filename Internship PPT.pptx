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488" y="457200"/>
            <a:ext cx="1188720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21488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24688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Industry Software  |  AICTE–EduSkills National Internship Program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17520" y="5230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0" y="5230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2410031133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17520" y="56144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60720" y="5614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5th Semester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017520" y="5998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60720" y="5998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Industry Software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Siemens Industry Software (India) Pvt. Ltd.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Domain: Siemens Data Science Master (RapidMiner / Altair)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April 2026 – June 2026 (8 Weeks)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Virtual Internship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By: Ministry of Education, AICTE &amp; National Internship Portal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Grade: O (Outstanding, 90–100)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Earned: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AICTE: All India Council for Technical Education — governs and accredits the internship under the Ministry of Education.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Foundation: Training and delivery partner running the National Internship Portal and structured curriculum.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Siemens: Industry sponsor providing the Data Science Master track and real-world use case context.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(Altair): Hands-on data science platform used for all exercises, projects and certifications.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Internship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real-world business problems suitable for AI and Machine Learning solutions.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strong data engineering skills — accessing, loading, transforming and cleansing data.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foundational and advanced Machine Learning capabilities using RapidMiner.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model deployment, monitoring and complex predictive modeling techniques.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RapidMiner AI Hub administration and enterprise-level platform operations.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industry-recognized RapidMiner certifications at Professional and Master levels.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Learning Journey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572000"/>
        </p:xfrm>
        <a:graphic>
          <a:graphicData uri="http://schemas.openxmlformats.org/drawingml/2006/table">
            <a:tbl>
              <a:tblPr/>
              <a:tblGrid>
                <a:gridCol w="914400"/>
                <a:gridCol w="4937760"/>
                <a:gridCol w="50292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&amp; Use Cases Professional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business problems for AI/ML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 Professional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Access, load, transform, calculate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Professional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 ML skills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Preparation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data handling &amp;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ML techniques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&amp; Use Cases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&amp; monitor ML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Administration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&amp; manage RapidMiner AI 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Administration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Enterprise-level platform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– Professional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– Master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– Professional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– Master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– Professional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– Master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– Master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certifications issued by Altair Engineering Inc. (RapidMiner)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Tools Acquired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&amp; Transformation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Regression &amp; Scoring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Clustering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&amp; Hold-out Validation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Predictive Models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&amp; Forecasting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&amp; Monitoring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Scripting &amp; Exception Handling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AI Hub Administration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R &amp; Python Models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Workflow: Gained hands-on exposure to the complete pipeline — from raw data access to model deployment and monitoring.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Machine Learning: Applied classification, regression, clustering and advanced predictive modeling to real use cases in RapidMiner.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Automation Skills: Learned enterprise administration of RapidMiner AI Hub, scripting, and process automation.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Readiness: Built confidence and employability through structured weekly assessments and a Siemens-backed curriculum.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064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8-week Siemens Data Science Master Virtual Internship, delivered through the AICTE–EduSkills National Internship Portal, provided a strong foundation in data engineering, machine learning and platform administration using RapidMiner. Completing all seven certifications with an Outstanding grade has significantly strengthened my technical skills and confidence for a career in data science and AI.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14630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724248" y="3794760"/>
            <a:ext cx="27432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4434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 2410031133  |  B.Tech CSE, 5th Semester  | 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2026-08-15T17:21:50Z</dcterms:created>
  <dcterms:modified xsi:type="dcterms:W3CDTF">2026-08-15T17:21:50Z</dcterms:modified>
</cp:coreProperties>
</file>